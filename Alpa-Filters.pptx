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7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63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Alpa Filters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Air for Everyone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61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Air Crisis Affecting 90%+ Urban Indians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90%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10896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Urban Population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953714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Exposed to unsafe PM2.5 and PM10 levels daily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₹5K-20K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10896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Purifier Cost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4599384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Unaffordable for most Indian families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10896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Clean Air Access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599384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 students, PG rooms, small shops, low-income homes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2975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urgent need: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Ultra-low-cost, effective, durable air filtration for the masses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22082" y="9964400"/>
            <a:ext cx="392311" cy="39231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9335" y="538519"/>
            <a:ext cx="4660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₹3000+ Crore 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89335" y="1073284"/>
            <a:ext cx="205049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India's Air Purifier Market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96835" y="1533671"/>
            <a:ext cx="8191262" cy="127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9335" y="1764219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1360" y="26704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Target Users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1360" y="3228420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3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Students and hostel residents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1360" y="3818614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3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Middle-class households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360" y="4490882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3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retail shops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360" y="5192519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3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Rural and urban low-income families</a:t>
            </a:r>
            <a:endParaRPr lang="en-US" sz="3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6168"/>
            <a:ext cx="7888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Gap in Current Solutions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8575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230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31005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30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HEPA Purifiers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2068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performance but unaffordable for most Indians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88575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1230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31005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030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Cheap Purifiers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52068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 cost but poor filtration, unreliable quality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888575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1230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31005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030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DIY YouTube Hacks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52068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 standardised, no quality guarantee or support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849455"/>
            <a:ext cx="13042821" cy="35957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93790" y="61405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Critical Gap: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No brand offers a tested, standardised, ultra-affordable air filter solution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38" y="568881"/>
            <a:ext cx="3994428" cy="420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Introducing 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24138" y="1325285"/>
            <a:ext cx="2281357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Affordable DIY Air Filter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24138" y="1631037"/>
            <a:ext cx="268974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₹499–₹999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138" y="2135148"/>
            <a:ext cx="134422" cy="1344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4138" y="2331482"/>
            <a:ext cx="6426994" cy="1524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7" name="Text 4"/>
          <p:cNvSpPr/>
          <p:nvPr/>
        </p:nvSpPr>
        <p:spPr>
          <a:xfrm>
            <a:off x="724138" y="2429113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Multi-layer filtration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4138" y="2773680"/>
            <a:ext cx="642699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PM2.5 and PM10 reduction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138" y="3241000"/>
            <a:ext cx="134422" cy="13442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4138" y="3437334"/>
            <a:ext cx="6426994" cy="1524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1" name="Text 7"/>
          <p:cNvSpPr/>
          <p:nvPr/>
        </p:nvSpPr>
        <p:spPr>
          <a:xfrm>
            <a:off x="724138" y="3534966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Portable design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4138" y="3879533"/>
            <a:ext cx="642699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Perfect for small 3×3×3 m rooms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138" y="4346853"/>
            <a:ext cx="134422" cy="13442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4138" y="4543187"/>
            <a:ext cx="6426994" cy="1524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0"/>
          <p:cNvSpPr/>
          <p:nvPr/>
        </p:nvSpPr>
        <p:spPr>
          <a:xfrm>
            <a:off x="724138" y="4640818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Easy assembly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24138" y="4985385"/>
            <a:ext cx="642699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 setup, no expertise needed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138" y="5452705"/>
            <a:ext cx="134422" cy="13442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4138" y="5649039"/>
            <a:ext cx="6426994" cy="1524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9" name="Text 13"/>
          <p:cNvSpPr/>
          <p:nvPr/>
        </p:nvSpPr>
        <p:spPr>
          <a:xfrm>
            <a:off x="724138" y="5746671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Reusable filters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4138" y="6091238"/>
            <a:ext cx="642699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 maintenance, eco-friendly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4138" y="6558558"/>
            <a:ext cx="134422" cy="13442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24138" y="6754892"/>
            <a:ext cx="6426994" cy="1524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3" name="Text 16"/>
          <p:cNvSpPr/>
          <p:nvPr/>
        </p:nvSpPr>
        <p:spPr>
          <a:xfrm>
            <a:off x="724138" y="6852523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Energy efficient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24138" y="7197090"/>
            <a:ext cx="642699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Low-watt fan system</a:t>
            </a:r>
            <a:endParaRPr lang="en-US" sz="10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6888" y="1342073"/>
            <a:ext cx="4177546" cy="41775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786193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How It Works: Product Breakdown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0482" y="19095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Pre-filter Layer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50482" y="2326362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Captures large dust particles and PM10 pollutants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0482" y="3066336"/>
            <a:ext cx="247352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Micro-fibre Fine Filter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50482" y="3483173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Traps PM2.5 particles for cleaner breathing air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0482" y="42231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Activated Carbon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50482" y="4639985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Removes odours and smoke (optional premium model)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048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Low-watt Fan Unit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50482" y="5796796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Energy-efficient air circulation system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50482" y="6536769"/>
            <a:ext cx="27372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Replaceable Filter Pack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950482" y="6953607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Easy maintenance with affordable refills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092" y="429816"/>
            <a:ext cx="4214693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Unbeatable Value Proposition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033111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85-90%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877" y="1059894"/>
            <a:ext cx="1758672" cy="1758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21443" y="2965013"/>
            <a:ext cx="1465540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Performance Match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7092" y="3218378"/>
            <a:ext cx="4414361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Comparable benefits to expensive HEPA purifiers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94038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1/10</a:t>
            </a:r>
            <a:endParaRPr lang="en-US" sz="2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804" y="1059894"/>
            <a:ext cx="1758672" cy="1758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2370" y="2965013"/>
            <a:ext cx="1465540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Cost Fraction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107900" y="3218378"/>
            <a:ext cx="4414480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Just one-tenth the price of traditional purifiers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54847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₹50-100</a:t>
            </a:r>
            <a:endParaRPr lang="en-US" sz="2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6613" y="1059894"/>
            <a:ext cx="1758672" cy="17586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43178" y="2965013"/>
            <a:ext cx="1465540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Filter Replacement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9668827" y="3218378"/>
            <a:ext cx="4414361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Affordable ongoing maintenance costs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47092" y="3654981"/>
            <a:ext cx="1800582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Why Choose Alpa Filters?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7092" y="3955256"/>
            <a:ext cx="6625114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complex electronics required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7092" y="4183856"/>
            <a:ext cx="6625114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Extremely low operating expenses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47092" y="4412456"/>
            <a:ext cx="6625114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Simple, effective, reliable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7092" y="4641056"/>
            <a:ext cx="6625114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Designed for Indian homes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814" y="3669625"/>
            <a:ext cx="4968835" cy="4968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8680"/>
            <a:ext cx="7691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Sustainable Business Model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3108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2655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DIY Filter Kits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75594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Initial product sales at ₹499–₹999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03108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2655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Replacement Packs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275594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Recurring revenue stream from filter refills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03108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2655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Premium Models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275594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Upgraded versions with carbon filters, metal frames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084710"/>
            <a:ext cx="13042821" cy="35957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60796"/>
            <a:ext cx="35840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Distribution Channels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93790" y="5453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Direct to Consumer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0342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Amazon India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4764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Meesho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9186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Own website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5453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B2B Partnerships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99521" y="60342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Schools and educational institutions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64764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shops and retail outlets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69186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Bulk corporate orders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02" y="608528"/>
            <a:ext cx="4276249" cy="48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Strong Unit Economics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02" y="1402437"/>
            <a:ext cx="9156978" cy="51279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4502" y="6704528"/>
            <a:ext cx="348496" cy="348496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7898" y="6757749"/>
            <a:ext cx="2297906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Product Margin: 40–60%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77898" y="7092553"/>
            <a:ext cx="594050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Healthy margins on initial kit sales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11998" y="6704528"/>
            <a:ext cx="348496" cy="348496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15394" y="6757749"/>
            <a:ext cx="217336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Filter Pack Margin: 70%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15394" y="7092553"/>
            <a:ext cx="594050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High-margin recurring revenue from replacements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4502" y="7514511"/>
            <a:ext cx="1308139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Scalable model with strong repeat purchase potential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81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Our Vision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512100"/>
            <a:ext cx="7264122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Clean air should be a basic right, not a luxury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512100"/>
            <a:ext cx="30480" cy="850583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731214"/>
            <a:ext cx="7604284" cy="35957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022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Our Goal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60343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Make India's most affordable, widely accessible air filtration system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931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Founded by Rehan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77429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 for your time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4126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Let's make clean air accessible to every Indian family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1576507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430</Words>
  <Application>Microsoft Office PowerPoint</Application>
  <PresentationFormat>Custom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Mona Sans Semi Bold</vt:lpstr>
      <vt:lpstr>Arial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carimationn@gmail.com</cp:lastModifiedBy>
  <cp:revision>2</cp:revision>
  <dcterms:created xsi:type="dcterms:W3CDTF">2025-11-21T01:02:37Z</dcterms:created>
  <dcterms:modified xsi:type="dcterms:W3CDTF">2025-11-21T06:40:06Z</dcterms:modified>
</cp:coreProperties>
</file>